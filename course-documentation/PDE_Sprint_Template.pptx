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2192000" cy="6858000"/>
  <p:notesSz cx="6805613" cy="9944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3" userDrawn="1">
          <p15:clr>
            <a:srgbClr val="A4A3A4"/>
          </p15:clr>
        </p15:guide>
        <p15:guide id="4" pos="730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lídio Oliveira" initials="IO" lastIdx="2" clrIdx="0">
    <p:extLst>
      <p:ext uri="{19B8F6BF-5375-455C-9EA6-DF929625EA0E}">
        <p15:presenceInfo xmlns:p15="http://schemas.microsoft.com/office/powerpoint/2012/main" userId="S::ico@ua.pt::2e6e6f6d-fff9-46ef-9091-884c6980c73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4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7"/>
    <p:restoredTop sz="93491"/>
  </p:normalViewPr>
  <p:slideViewPr>
    <p:cSldViewPr snapToGrid="0">
      <p:cViewPr varScale="1">
        <p:scale>
          <a:sx n="109" d="100"/>
          <a:sy n="109" d="100"/>
        </p:scale>
        <p:origin x="488" y="176"/>
      </p:cViewPr>
      <p:guideLst>
        <p:guide orient="horz" pos="2160"/>
        <p:guide pos="3840"/>
        <p:guide pos="393"/>
        <p:guide pos="7305"/>
      </p:guideLst>
    </p:cSldViewPr>
  </p:slideViewPr>
  <p:outlineViewPr>
    <p:cViewPr>
      <p:scale>
        <a:sx n="33" d="100"/>
        <a:sy n="33" d="100"/>
      </p:scale>
      <p:origin x="0" y="-664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5" d="100"/>
        <a:sy n="145" d="100"/>
      </p:scale>
      <p:origin x="0" y="167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8EFD9D37-A775-CE45-B921-68D592DCA8B7}" type="datetimeFigureOut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3BEAF6FA-A1A8-B54C-B405-E45F373A6B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462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F9F373F6-AB6D-3948-B9A6-C223395DEAFB}" type="datetimeFigureOut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6125"/>
            <a:ext cx="662940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813"/>
            <a:ext cx="5443537" cy="4475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B973E424-A531-7149-99CE-1FD710C32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3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6125"/>
            <a:ext cx="66294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3E424-A531-7149-99CE-1FD710C32BF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48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650555"/>
            <a:ext cx="10363200" cy="1056325"/>
          </a:xfrm>
        </p:spPr>
        <p:txBody>
          <a:bodyPr anchor="t"/>
          <a:lstStyle>
            <a:lvl1pPr algn="l">
              <a:defRPr lang="en-US" sz="2800" b="1" kern="1200" dirty="0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pt-PT" dirty="0" err="1"/>
              <a:t>Title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2CA189C-64E7-6E4C-9A26-9A8BDC2947B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804160" y="3058160"/>
            <a:ext cx="8473440" cy="302768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rgbClr val="339933"/>
              </a:buClr>
              <a:buSzPct val="100000"/>
              <a:buFont typeface="Wingdings" pitchFamily="2" charset="2"/>
              <a:buNone/>
              <a:tabLst/>
              <a:defRPr sz="2400" kern="1200"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>
                <a:tab pos="355600" algn="l"/>
                <a:tab pos="812800" algn="l"/>
                <a:tab pos="1168400" algn="l"/>
                <a:tab pos="1524000" algn="l"/>
                <a:tab pos="1879600" algn="l"/>
                <a:tab pos="2247900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tabLst>
                <a:tab pos="623888" algn="l"/>
                <a:tab pos="901700" algn="l"/>
                <a:tab pos="1258888" algn="l"/>
                <a:tab pos="1616075" algn="l"/>
                <a:tab pos="1971675" algn="l"/>
                <a:tab pos="2328863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Gill Sans" charset="0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30B8F6-3BDB-7E4E-85A7-A7AFF8CD0B24}"/>
              </a:ext>
            </a:extLst>
          </p:cNvPr>
          <p:cNvSpPr txBox="1"/>
          <p:nvPr userDrawn="1"/>
        </p:nvSpPr>
        <p:spPr>
          <a:xfrm>
            <a:off x="914400" y="1782763"/>
            <a:ext cx="1818323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Student:</a:t>
            </a:r>
          </a:p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Supervisor:</a:t>
            </a:r>
          </a:p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Co-supervisors:</a:t>
            </a: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0361D7-893B-504C-81E0-17DE4C097F16}"/>
              </a:ext>
            </a:extLst>
          </p:cNvPr>
          <p:cNvSpPr txBox="1"/>
          <p:nvPr userDrawn="1"/>
        </p:nvSpPr>
        <p:spPr>
          <a:xfrm>
            <a:off x="914400" y="2930907"/>
            <a:ext cx="1818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Summary: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7A166B-C75D-0C45-8EBC-1E7D1B0422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2723" y="2936875"/>
            <a:ext cx="8544877" cy="3148965"/>
          </a:xfrm>
        </p:spPr>
        <p:txBody>
          <a:bodyPr/>
          <a:lstStyle>
            <a:lvl1pPr marL="30162" indent="0">
              <a:buNone/>
              <a:defRPr sz="1800"/>
            </a:lvl1pPr>
          </a:lstStyle>
          <a:p>
            <a:pPr lvl="0"/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4A74CC2-A676-5847-8817-24B9D8087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3320" y="1782763"/>
            <a:ext cx="8544280" cy="1027112"/>
          </a:xfrm>
        </p:spPr>
        <p:txBody>
          <a:bodyPr/>
          <a:lstStyle>
            <a:lvl1pPr marL="30162" indent="0">
              <a:buNone/>
              <a:defRPr sz="1800"/>
            </a:lvl1pPr>
          </a:lstStyle>
          <a:p>
            <a:pPr lvl="0"/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FE1A9-D3C2-8448-992B-9C8E56E148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2026-27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9BD66-3131-AA42-B0C3-B08008E0B7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95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981075" indent="-188913">
              <a:buFont typeface="Arial"/>
              <a:buChar char="•"/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 b="1">
                <a:solidFill>
                  <a:srgbClr val="0000FF"/>
                </a:solidFill>
                <a:latin typeface="Monaco"/>
                <a:cs typeface="Monaco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05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 dirty="0"/>
              <a:t>DETI / MEI / PDE / 2026-27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20C9C0-4E53-0746-BDFE-B4C991EF30E2}"/>
              </a:ext>
            </a:extLst>
          </p:cNvPr>
          <p:cNvCxnSpPr/>
          <p:nvPr userDrawn="1"/>
        </p:nvCxnSpPr>
        <p:spPr>
          <a:xfrm flipV="1">
            <a:off x="609600" y="109728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92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609600" y="111760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0"/>
            <a:ext cx="10955868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E54CCB69-97BF-5844-985F-B8001A0E28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 dirty="0"/>
              <a:t>DETI / MEI / PDE / 2026-27</a:t>
            </a:r>
          </a:p>
        </p:txBody>
      </p:sp>
    </p:spTree>
    <p:extLst>
      <p:ext uri="{BB962C8B-B14F-4D97-AF65-F5344CB8AC3E}">
        <p14:creationId xmlns:p14="http://schemas.microsoft.com/office/powerpoint/2010/main" val="362519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22000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6"/>
          <p:cNvSpPr>
            <a:spLocks noGrp="1"/>
          </p:cNvSpPr>
          <p:nvPr>
            <p:ph sz="half" idx="1"/>
          </p:nvPr>
        </p:nvSpPr>
        <p:spPr>
          <a:xfrm>
            <a:off x="609600" y="1398183"/>
            <a:ext cx="5334000" cy="4525963"/>
          </a:xfrm>
        </p:spPr>
        <p:txBody>
          <a:bodyPr/>
          <a:lstStyle>
            <a:lvl1pPr>
              <a:defRPr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7"/>
          <p:cNvSpPr>
            <a:spLocks noGrp="1"/>
          </p:cNvSpPr>
          <p:nvPr>
            <p:ph sz="half" idx="2"/>
          </p:nvPr>
        </p:nvSpPr>
        <p:spPr>
          <a:xfrm>
            <a:off x="6220121" y="1398183"/>
            <a:ext cx="5334000" cy="4525963"/>
          </a:xfrm>
        </p:spPr>
        <p:txBody>
          <a:bodyPr/>
          <a:lstStyle>
            <a:lvl1pPr>
              <a:defRPr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57C4B439-99BB-8D47-B6EC-CE237D1726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 dirty="0"/>
              <a:t>DETI / MEI / PDE / 2026-27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BBC331-6258-3E4B-913F-143421016333}"/>
              </a:ext>
            </a:extLst>
          </p:cNvPr>
          <p:cNvCxnSpPr/>
          <p:nvPr userDrawn="1"/>
        </p:nvCxnSpPr>
        <p:spPr>
          <a:xfrm flipV="1">
            <a:off x="609600" y="111760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63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55867" cy="11255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196975"/>
            <a:ext cx="10972800" cy="49291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4552" y="6367464"/>
            <a:ext cx="577849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4457701" y="6367464"/>
            <a:ext cx="6413500" cy="365125"/>
          </a:xfrm>
          <a:prstGeom prst="rect">
            <a:avLst/>
          </a:prstGeom>
        </p:spPr>
        <p:txBody>
          <a:bodyPr vert="horz" lIns="72000" tIns="45720" rIns="72000" bIns="45720" rtlCol="0" anchor="ctr"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 dirty="0"/>
              <a:t>DETI / MEI / PDE / 2026-27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0941051" y="6411913"/>
            <a:ext cx="0" cy="2857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1"/>
          <p:cNvPicPr>
            <a:picLocks noChangeAspect="1"/>
          </p:cNvPicPr>
          <p:nvPr userDrawn="1"/>
        </p:nvPicPr>
        <p:blipFill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6411913"/>
            <a:ext cx="85344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9" r:id="rId3"/>
    <p:sldLayoutId id="2147483710" r:id="rId4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accent2">
              <a:lumMod val="50000"/>
            </a:schemeClr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65125" indent="-334963" algn="l" rtl="0" fontAlgn="base">
        <a:spcBef>
          <a:spcPct val="20000"/>
        </a:spcBef>
        <a:spcAft>
          <a:spcPct val="0"/>
        </a:spcAft>
        <a:buClr>
          <a:srgbClr val="339933"/>
        </a:buClr>
        <a:buSzPct val="100000"/>
        <a:buFont typeface="Wingdings" pitchFamily="2" charset="2"/>
        <a:buChar char="v"/>
        <a:tabLst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 kern="1200">
          <a:solidFill>
            <a:srgbClr val="40404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17600" indent="-2540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>
          <a:tab pos="355600" algn="l"/>
          <a:tab pos="812800" algn="l"/>
          <a:tab pos="1168400" algn="l"/>
          <a:tab pos="1524000" algn="l"/>
          <a:tab pos="1879600" algn="l"/>
          <a:tab pos="2247900" algn="l"/>
        </a:tabLst>
        <a:defRPr sz="1600" kern="1200">
          <a:solidFill>
            <a:srgbClr val="40404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357188" algn="l" rtl="0" fontAlgn="base">
        <a:spcBef>
          <a:spcPct val="20000"/>
        </a:spcBef>
        <a:spcAft>
          <a:spcPct val="0"/>
        </a:spcAft>
        <a:buFont typeface="Arial" charset="0"/>
        <a:tabLst>
          <a:tab pos="623888" algn="l"/>
          <a:tab pos="901700" algn="l"/>
          <a:tab pos="1258888" algn="l"/>
          <a:tab pos="1616075" algn="l"/>
          <a:tab pos="1971675" algn="l"/>
          <a:tab pos="2328863" algn="l"/>
        </a:tabLst>
        <a:defRPr sz="1600" kern="1200">
          <a:solidFill>
            <a:srgbClr val="0000FF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rgbClr val="254061"/>
          </a:solidFill>
          <a:latin typeface="Arial" panose="020B0604020202020204" pitchFamily="34" charset="0"/>
          <a:ea typeface="Gill Sans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8558421-42DC-2C2A-88AE-FD3B93E257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34D250-A16F-0F71-676F-B36F0A4F0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741338-193C-BFE4-ABA7-8069B75A16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F491AD-B338-D34D-AB01-5D4B8A3421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457701" y="6367464"/>
            <a:ext cx="6413500" cy="365125"/>
          </a:xfrm>
        </p:spPr>
        <p:txBody>
          <a:bodyPr/>
          <a:lstStyle/>
          <a:p>
            <a:r>
              <a:rPr lang="en-US" dirty="0"/>
              <a:t>DETI / MEI / PDE / 2026-27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0252E4-9EF7-8749-9068-7AAE3899B8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004552" y="6367464"/>
            <a:ext cx="577849" cy="365125"/>
          </a:xfrm>
        </p:spPr>
        <p:txBody>
          <a:bodyPr/>
          <a:lstStyle/>
          <a:p>
            <a:fld id="{11A60DBD-E382-F849-BC67-D242363A1589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D17E-CA27-3943-80DF-1AAF2EBD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24744"/>
          </a:xfrm>
        </p:spPr>
        <p:txBody>
          <a:bodyPr/>
          <a:lstStyle/>
          <a:p>
            <a:r>
              <a:rPr lang="en-GB" dirty="0"/>
              <a:t>Objectives / Work done / Results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1FBB2FF-63BC-1BFE-927E-7206EF74F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D1089-536D-1A4F-AA9C-A32481626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04552" y="6367464"/>
            <a:ext cx="577849" cy="365125"/>
          </a:xfrm>
        </p:spPr>
        <p:txBody>
          <a:bodyPr/>
          <a:lstStyle/>
          <a:p>
            <a:fld id="{EF60A818-680D-8044-B769-B122DF9C5B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F06B7-5AE3-8B4A-901A-53BD09B6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7701" y="6367464"/>
            <a:ext cx="6413500" cy="365125"/>
          </a:xfrm>
        </p:spPr>
        <p:txBody>
          <a:bodyPr/>
          <a:lstStyle/>
          <a:p>
            <a:r>
              <a:rPr lang="en-US" dirty="0"/>
              <a:t>DETI / MEI / PDE / 2026-27</a:t>
            </a:r>
          </a:p>
        </p:txBody>
      </p:sp>
    </p:spTree>
    <p:extLst>
      <p:ext uri="{BB962C8B-B14F-4D97-AF65-F5344CB8AC3E}">
        <p14:creationId xmlns:p14="http://schemas.microsoft.com/office/powerpoint/2010/main" val="27389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D17E-CA27-3943-80DF-1AAF2EBD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24744"/>
          </a:xfrm>
        </p:spPr>
        <p:txBody>
          <a:bodyPr/>
          <a:lstStyle/>
          <a:p>
            <a:r>
              <a:rPr lang="en-GB" dirty="0"/>
              <a:t>Next Steps / Challenges / Bottlenecks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188E6D-3890-00E3-34D8-2CBBDB85B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80DF4-B4D0-6548-974A-9C71BB2E2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04552" y="6367464"/>
            <a:ext cx="577849" cy="365125"/>
          </a:xfrm>
        </p:spPr>
        <p:txBody>
          <a:bodyPr/>
          <a:lstStyle/>
          <a:p>
            <a:fld id="{EF60A818-680D-8044-B769-B122DF9C5B6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98D5C-9ECC-C346-AEB0-258E7C97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7701" y="6367464"/>
            <a:ext cx="6413500" cy="365125"/>
          </a:xfrm>
        </p:spPr>
        <p:txBody>
          <a:bodyPr/>
          <a:lstStyle/>
          <a:p>
            <a:r>
              <a:rPr lang="en-US" dirty="0"/>
              <a:t>DETI / MEI / PDE / 2026-27</a:t>
            </a:r>
          </a:p>
        </p:txBody>
      </p:sp>
    </p:spTree>
    <p:extLst>
      <p:ext uri="{BB962C8B-B14F-4D97-AF65-F5344CB8AC3E}">
        <p14:creationId xmlns:p14="http://schemas.microsoft.com/office/powerpoint/2010/main" val="2252609942"/>
      </p:ext>
    </p:extLst>
  </p:cSld>
  <p:clrMapOvr>
    <a:masterClrMapping/>
  </p:clrMapOvr>
</p:sld>
</file>

<file path=ppt/theme/theme1.xml><?xml version="1.0" encoding="utf-8"?>
<a:theme xmlns:a="http://schemas.openxmlformats.org/drawingml/2006/main" name="EMIF template">
  <a:themeElements>
    <a:clrScheme name="EMIF colours">
      <a:dk1>
        <a:srgbClr val="000000"/>
      </a:dk1>
      <a:lt1>
        <a:sysClr val="window" lastClr="FFFFFF"/>
      </a:lt1>
      <a:dk2>
        <a:srgbClr val="254CA0"/>
      </a:dk2>
      <a:lt2>
        <a:srgbClr val="FFFFFF"/>
      </a:lt2>
      <a:accent1>
        <a:srgbClr val="254CA0"/>
      </a:accent1>
      <a:accent2>
        <a:srgbClr val="4EAE4E"/>
      </a:accent2>
      <a:accent3>
        <a:srgbClr val="7187C1"/>
      </a:accent3>
      <a:accent4>
        <a:srgbClr val="8064A2"/>
      </a:accent4>
      <a:accent5>
        <a:srgbClr val="A4C98E"/>
      </a:accent5>
      <a:accent6>
        <a:srgbClr val="F79646"/>
      </a:accent6>
      <a:hlink>
        <a:srgbClr val="00B0F0"/>
      </a:hlink>
      <a:folHlink>
        <a:srgbClr val="800080"/>
      </a:folHlink>
    </a:clrScheme>
    <a:fontScheme name="EMIF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32923</TotalTime>
  <Words>37</Words>
  <Application>Microsoft Macintosh PowerPoint</Application>
  <PresentationFormat>Widescreen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Century Gothic</vt:lpstr>
      <vt:lpstr>Helvetica Neue</vt:lpstr>
      <vt:lpstr>Monaco</vt:lpstr>
      <vt:lpstr>Wingdings</vt:lpstr>
      <vt:lpstr>EMIF template</vt:lpstr>
      <vt:lpstr>PowerPoint Presentation</vt:lpstr>
      <vt:lpstr>Objectives / Work done / Results</vt:lpstr>
      <vt:lpstr>Next Steps / Challenges / Bottlenecks</vt:lpstr>
    </vt:vector>
  </TitlesOfParts>
  <Manager/>
  <Company>UA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PDE</dc:title>
  <dc:subject/>
  <dc:creator>José Luis Oliveira</dc:creator>
  <cp:keywords/>
  <dc:description/>
  <cp:lastModifiedBy>José Oliveira</cp:lastModifiedBy>
  <cp:revision>337</cp:revision>
  <cp:lastPrinted>2019-09-13T14:12:05Z</cp:lastPrinted>
  <dcterms:created xsi:type="dcterms:W3CDTF">2013-09-12T12:41:43Z</dcterms:created>
  <dcterms:modified xsi:type="dcterms:W3CDTF">2026-09-10T20:52:03Z</dcterms:modified>
  <cp:category/>
</cp:coreProperties>
</file>